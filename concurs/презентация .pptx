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2a202a84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2a202a8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2a202a8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2a202a8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2a202a84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2a202a84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2a202a84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2a202a84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2a202a84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2a202a84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a202a84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a202a84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2a202a84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2a202a84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a202a84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a202a84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2a202a84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2a202a84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a202a84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a202a84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a202a84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a202a84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